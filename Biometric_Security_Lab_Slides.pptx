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</a:defRPr>
            </a:pPr>
            <a:r>
              <a:t>MO PHONG TAN CONG &amp; PHONG 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SINH TRAC HOC KHUON 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Xay dung he thong xac thuc khuon mat, mo phong tan cong Replay/Injection,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va phong ve bang Liveness Detection su dung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572000"/>
            <a:ext cx="2560320" cy="16459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</a:defRPr>
            </a:pPr>
            <a: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Ung dung cham cong</a:t>
            </a:r>
            <a:br/>
            <a:r>
              <a:t>nhan dien khuon 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572000"/>
            <a:ext cx="2560320" cy="16459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444"/>
                </a:solidFill>
              </a:defRPr>
            </a:pPr>
            <a:r>
              <a:t>ATTACKER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Replay Attack</a:t>
            </a:r>
            <a:br/>
            <a:r>
              <a:t>Injection Attack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572000"/>
            <a:ext cx="2560320" cy="16459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C66"/>
                </a:solidFill>
              </a:defRPr>
            </a:pPr>
            <a:r>
              <a:t>DEFENDER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Liveness Detection</a:t>
            </a:r>
            <a:br/>
            <a:r>
              <a:t>MobileNetV2 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1. CO SO LY THUYET &amp; CONG CU SU DUNG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CO SO LY THUYET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BBBBBB"/>
                </a:solidFill>
              </a:defRPr>
            </a:pPr>
            <a:r>
              <a:t>&gt;&gt; Face Recognition: Trich xuat face encoding 128 chieu bang mang ResNet, so sanh khoang cach Euclidean (threshold 0.6)</a:t>
            </a:r>
          </a:p>
          <a:p>
            <a:pPr>
              <a:spcAft>
                <a:spcPts val="1200"/>
              </a:spcAft>
              <a:defRPr sz="1300">
                <a:solidFill>
                  <a:srgbClr val="BBBBBB"/>
                </a:solidFill>
              </a:defRPr>
            </a:pPr>
            <a:r>
              <a:t>&gt;&gt; Replay Attack: Phat lai video/anh nan nhan qua virtual webcam de danh lua he thong</a:t>
            </a:r>
          </a:p>
          <a:p>
            <a:pPr>
              <a:spcAft>
                <a:spcPts val="1200"/>
              </a:spcAft>
              <a:defRPr sz="1300">
                <a:solidFill>
                  <a:srgbClr val="BBBBBB"/>
                </a:solidFill>
              </a:defRPr>
            </a:pPr>
            <a:r>
              <a:t>&gt;&gt; Injection Attack: Gui truc tiep anh vao API, bo qua hoan toan webcam va client-side</a:t>
            </a:r>
          </a:p>
          <a:p>
            <a:pPr>
              <a:spcAft>
                <a:spcPts val="1200"/>
              </a:spcAft>
              <a:defRPr sz="1300">
                <a:solidFill>
                  <a:srgbClr val="BBBBBB"/>
                </a:solidFill>
              </a:defRPr>
            </a:pPr>
            <a:r>
              <a:t>&gt;&gt; Liveness Detection: Phan loai anh that/gia bang CNN, phat hien moire pattern, phan chieu, giam chat luong</a:t>
            </a:r>
          </a:p>
          <a:p>
            <a:pPr>
              <a:spcAft>
                <a:spcPts val="1200"/>
              </a:spcAft>
              <a:defRPr sz="1300">
                <a:solidFill>
                  <a:srgbClr val="BBBBBB"/>
                </a:solidFill>
              </a:defRPr>
            </a:pPr>
            <a:r>
              <a:t>&gt;&gt; Transfer Learning: Dung MobileNetV2 pretrained ImageNet lam feature extractor, chi train lai classifier 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</a:defRPr>
            </a:pPr>
            <a:r>
              <a:t>CONG CU &amp; NGUON DU LIEU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Ngon ngu: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Python 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Web Framework: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Flask 3.1.3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4261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Nhan dien mat: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4261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face_recognition + dlib 20.0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2666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Xu ly anh: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2666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OpenCV 4.13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1071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Machine Learning: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1071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PyTorch 2.11 + MobileNetV2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ML Utilities: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scikit-learn 1.8, 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788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Tan cong: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788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Requests, v4l2loopback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628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OS: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56285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Windows 11 / Kali Linux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94690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Dataset: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469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Tu tao (webcam) + 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3309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augmentation (moire, blur, warp)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2. CAU TRUC HE THONG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566160" cy="53035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</a:defRPr>
            </a:pPr>
            <a:r>
              <a:t>SERVER (Nan nhan)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app.py - Flask server vulnerable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app_secured.py - Server co liveness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templates/index.html - Giao dien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face_db/ - Database face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07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API Endpoints: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POST /register - Dang ky 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87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POST /authenticate - Xac thuc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25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GET /users - Danh sach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3566160" cy="53035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444"/>
                </a:solidFill>
              </a:defRPr>
            </a:pPr>
            <a:r>
              <a:t>ATTACKER (Tan cong)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01_collect.py - Thu thap anh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02_replay_attack.py - 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96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03_injection_attack.py -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quick_capture.py - Chup nhanh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107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Kich ban tan cong: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49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1. Thu thap anh nan nhan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087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2. Trinh sat API /users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425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3. Gui anh vao /authenticate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188720"/>
            <a:ext cx="3566160" cy="53035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C66"/>
                </a:solidFill>
              </a:defRPr>
            </a:pPr>
            <a:r>
              <a:t>DEFENDER (Phong 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liveness_model.py - MobileNetV2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create_dataset.py - Tao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96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train_liveness.py - Huan luyen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dataset/real/ &amp; dataset/fake/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4107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ML Pipeline: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749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Phase 1: Freeze backbone (10ep)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087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Phase 2: Fine-tune (15ep)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425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  Output: liveness_model.pth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</a:defRPr>
            </a:pPr>
            <a:r>
              <a:t>FLOW:  Attacker gui anh  --&gt;  Server nhan anh  --&gt;  Liveness check (FAKE? -&gt; Tu choi | REAL? -&gt; So khop face encoding)  --&gt;  Ket qua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3. MUC TIEU CUA DE TAI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Xay dung he thong xac thuc khuon mat co 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Trien khai ung dung cham cong su dung nhan dien khuon mat voi Flask + face_recognition, mo phong moi truong thuc te cua doanh nghiep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11247120" cy="11887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444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97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Mo phong tan cong sinh trac hoc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Thuc hien Replay Attack (phat lai video qua virtual webcam) va Injection Attack (tiem anh truc tiep vao API) de chung minh lo hong khi thieu liveness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11887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66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Xay dung he thong phong ve bang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Huan luyen model Liveness Detection (MobileNetV2 + Transfer Learning) phan loai anh that/gia, tich hop vao server de chan tan cong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40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Danh gia hieu qua phong 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852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So sanh ket qua: server vulnerable bi bypass 100% vs server secured chan thanh cong tan cong. Xuat bao cao accuracy, confusion matrix, classification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4. KE HOACH PHAT TRIEN TIEP THEO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669280" cy="539496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NGAN HAN (1-2 tuan)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Mo rong dataset: thu thap 1000+ anh moi class, su dung dataset cong khai (NUAA, CASIA-FASD, Replay-Attack)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Tang cuong data augmentation: GAN-based augmentation, CutMix, MixUp de model robust hon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Them kich ban tan cong: Deepfake video (dung tool nhu DeepFaceLab), mat na 3D in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Challenge-Response: yeu cau nguoi dung nhay mat, xoay dau, cuoi - xac minh hanh dong song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Cai thien giao dien: dashboard thong ke, log tan cong real-time, bieu do truc quan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486400" cy="5394960"/>
          </a:xfrm>
          <a:prstGeom prst="roundRect">
            <a:avLst/>
          </a:prstGeom>
          <a:solidFill>
            <a:srgbClr val="111140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</a:defRPr>
            </a:pPr>
            <a:r>
              <a:t>DAI HAN (1-2 thang)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Tich hop camera IR/Depth: su dung Intel RealSense hoac iPhone TrueDepth de chong tan cong 3D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Multi-modal authentication: ket hop khuon mat + van tay + giong noi de tang bao mat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Anomaly detection: phat hien hanh vi bat thuong (nhieu lan that bai, IP la, thoi gian bat thuong)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Trien khai production: Docker container, HTTPS, rate limiting, JWT authentication cho API</a:t>
            </a:r>
          </a:p>
          <a:p>
            <a:pPr>
              <a:spcAft>
                <a:spcPts val="1400"/>
              </a:spcAft>
              <a:defRPr sz="1300">
                <a:solidFill>
                  <a:srgbClr val="BBBBBB"/>
                </a:solidFill>
              </a:defRPr>
            </a:pPr>
            <a:r>
              <a:t>&gt;&gt; Nghien cuu Adversarial Attack: tan cong truc tiep vao model ML bang adversarial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Muc tieu cuoi: Xay dung he thong bao mat sinh trac hoc da tang, chong duoc ca tan cong 2D, 3D va AI-generated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