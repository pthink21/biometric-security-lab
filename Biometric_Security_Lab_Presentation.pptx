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🔐 Biometric Security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Tấn Công &amp; Phòng Vệ Sinh Trắc Học Khuôn Mặt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Sinh viên: [Tên của bạn]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Ngày: 20/04/2026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📋 Tổng Quan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600" b="1">
                <a:solidFill>
                  <a:srgbClr val="764BA2"/>
                </a:solidFill>
              </a:defRPr>
            </a:pPr>
            <a:r>
              <a:t>Vấn Đề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Sinh trắc học khuôn mặt dễ bị tấn công nếu không có bảo vệ đúng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Nhiều ứng dụng thực tế không kiểm tra Liveness Detection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Attacker có thể dùng ảnh tĩnh để bypass xác thực</a:t>
            </a:r>
          </a:p>
          <a:p>
            <a:pPr>
              <a:spcBef>
                <a:spcPts val="2000"/>
              </a:spcBef>
              <a:spcAft>
                <a:spcPts val="600"/>
              </a:spcAft>
              <a:defRPr sz="2600" b="1">
                <a:solidFill>
                  <a:srgbClr val="764BA2"/>
                </a:solidFill>
              </a:defRPr>
            </a:pPr>
            <a:r>
              <a:t>Giải Pháp Của Em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✅ Xây dựng server xác thực khuôn mặt đơn giản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DC3545"/>
                </a:solidFill>
              </a:defRPr>
            </a:pPr>
            <a:r>
              <a:t>✅ Chứng minh 2 loại tấn công: Reconnaissance + Injection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✅ Đề xuất giải pháp bảo mật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🏗️ Kiến Trúc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667EEA"/>
                </a:solidFill>
              </a:defRPr>
            </a:pPr>
            <a:r>
              <a:t>Flask Server (app.py)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📤 POST /register → Đăng ký khuôn mặt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🔍 POST /authenticate → Xác thực khuôn mặt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DC3545"/>
                </a:solidFill>
              </a:defRPr>
            </a:pPr>
            <a:r>
              <a:t>📋 GET /users → Liệt kê user (⚠️ NO AUTH)</a:t>
            </a:r>
          </a:p>
          <a:p>
            <a:pPr>
              <a:spcBef>
                <a:spcPts val="1600"/>
              </a:spcBef>
              <a:spcAft>
                <a:spcPts val="600"/>
              </a:spcAft>
              <a:defRPr sz="2000" b="1">
                <a:solidFill>
                  <a:srgbClr val="667EEA"/>
                </a:solidFill>
              </a:defRPr>
            </a:pPr>
            <a:r>
              <a:t>Face Recognition Library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Trích xuất vector 128-D từ khuôn mặt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So khớp bằng Euclidean distance</a:t>
            </a:r>
          </a:p>
          <a:p>
            <a:pPr>
              <a:spcBef>
                <a:spcPts val="1600"/>
              </a:spcBef>
              <a:spcAft>
                <a:spcPts val="600"/>
              </a:spcAft>
              <a:defRPr sz="2000" b="1">
                <a:solidFill>
                  <a:srgbClr val="667EEA"/>
                </a:solidFill>
              </a:defRPr>
            </a:pPr>
            <a:r>
              <a:t>Database (pickle file)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Lưu: User name + face encoding + registered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🕵️ Tấn Công 1: Trinh Sát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600" b="1">
                <a:solidFill>
                  <a:srgbClr val="764BA2"/>
                </a:solidFill>
              </a:defRPr>
            </a:pPr>
            <a:r>
              <a:t>Cách Hoạt Động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Attacker gửi GET /users (không cần auth)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Server trả về JSON chứa danh sách tất cả user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Attacker lấy được tên nạn nhân</a:t>
            </a:r>
          </a:p>
          <a:p>
            <a:pPr>
              <a:spcBef>
                <a:spcPts val="2000"/>
              </a:spcBef>
              <a:spcAft>
                <a:spcPts val="600"/>
              </a:spcAft>
              <a:defRPr sz="2600" b="1">
                <a:solidFill>
                  <a:srgbClr val="764BA2"/>
                </a:solidFill>
              </a:defRPr>
            </a:pPr>
            <a:r>
              <a:t>Vấn Đề Bảo Mật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DC3545"/>
                </a:solidFill>
              </a:defRPr>
            </a:pPr>
            <a:r>
              <a:t>❌ Information Disclosure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Endpoint không yêu cầu authentication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Bất kỳ ai cũng có thể gọi GET /users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💉 Tấn Công 2: Injection Attack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600" b="1">
                <a:solidFill>
                  <a:srgbClr val="764BA2"/>
                </a:solidFill>
              </a:defRPr>
            </a:pPr>
            <a:r>
              <a:t>Quy Trình Tấn Công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Lấy ảnh khuôn mặt nạn nhân (từ mạng)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Encode ảnh thành base64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POST trực tiếp tới /authenticate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DC3545"/>
                </a:solidFill>
              </a:defRPr>
            </a:pPr>
            <a:r>
              <a:t>Server xác thực thành công ❌</a:t>
            </a:r>
          </a:p>
          <a:p>
            <a:pPr>
              <a:spcBef>
                <a:spcPts val="2000"/>
              </a:spcBef>
              <a:spcAft>
                <a:spcPts val="600"/>
              </a:spcAft>
              <a:defRPr sz="2600" b="1">
                <a:solidFill>
                  <a:srgbClr val="764BA2"/>
                </a:solidFill>
              </a:defRPr>
            </a:pPr>
            <a:r>
              <a:t>Tại Sao Thành Công?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DC3545"/>
                </a:solidFill>
              </a:defRPr>
            </a:pPr>
            <a:r>
              <a:t>❌ Không có Liveness Detection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Server không kiểm tra ảnh có phải từ khuôn mặt sống thật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🎯 Kết Quả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Trinh Sát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[+] Tìm thấy 1 user: Nguyen Van A</a:t>
            </a:r>
          </a:p>
          <a:p>
            <a:pPr>
              <a:spcBef>
                <a:spcPts val="1600"/>
              </a:spcBef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Injection Attack - 1 Ảnh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8A745"/>
                </a:solidFill>
              </a:defRPr>
            </a:pPr>
            <a:r>
              <a:t>[!!!] INJECTION THÀNH CÔNG!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Xác thực là: Nguyen Van A | Confidence: 0.92</a:t>
            </a:r>
          </a:p>
          <a:p>
            <a:pPr>
              <a:spcBef>
                <a:spcPts val="1600"/>
              </a:spcBef>
              <a:spcAft>
                <a:spcPts val="600"/>
              </a:spcAft>
              <a:defRPr sz="2400" b="1">
                <a:solidFill>
                  <a:srgbClr val="667EEA"/>
                </a:solidFill>
              </a:defRPr>
            </a:pPr>
            <a:r>
              <a:t>Brute-Force - 10 Ảnh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 b="1">
                <a:solidFill>
                  <a:srgbClr val="DC3545"/>
                </a:solidFill>
              </a:defRPr>
            </a:pPr>
            <a:r>
              <a:t>Tổng thử: 10 | Thành công: 6 | Thất bại: 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DC3545"/>
                </a:solidFill>
              </a:defRPr>
            </a:pPr>
            <a:r>
              <a:t>Tỷ lệ bypass: 60%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🛡️ Khuyến Nghị Bảo Mật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764BA2"/>
                </a:solidFill>
              </a:defRPr>
            </a:pPr>
            <a:r>
              <a:t>1. Liveness Detection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Yêu cầu chuyển động (nháy mắt, cười, quay đầu)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Phát hiện ảnh 2D vs khuôn mặt sống (dùng AI/ML)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200" b="1">
                <a:solidFill>
                  <a:srgbClr val="764BA2"/>
                </a:solidFill>
              </a:defRPr>
            </a:pPr>
            <a:r>
              <a:t>2. Authentication &amp; Authorization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Endpoint /users cần JWT token (chỉ admin)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200" b="1">
                <a:solidFill>
                  <a:srgbClr val="764BA2"/>
                </a:solidFill>
              </a:defRPr>
            </a:pPr>
            <a:r>
              <a:t>3. Rate Limiting &amp; Logging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Giới hạn request (5 lần/phút)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Ghi log tất cả xác thực + phát hiện pattern tấn công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🎓 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✅ Sinh trắc học khuôn mặt là tốt nhưng cần bảo vệ bổ sung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✅ Liveness Detection là bước quan trọng để chống tấn công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✅ Authentication trên tất cả endpoint là cần thiết</a:t>
            </a:r>
          </a:p>
          <a:p>
            <a:pPr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✅ Bảo mật sinh trắc học = kết hợp nhiều lớp bảo vệ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Cảm ơn!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